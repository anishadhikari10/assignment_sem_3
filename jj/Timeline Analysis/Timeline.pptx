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620000" cy="19050000"/>
  <p:notesSz cx="6858000" cy="9144000"/>
  <p:embeddedFontLst>
    <p:embeddedFont>
      <p:font typeface="Ballpoint" panose="020B0604020202020204" charset="0"/>
      <p:regular r:id="rId4"/>
    </p:embeddedFont>
    <p:embeddedFont>
      <p:font typeface="Montserrat" panose="020F0502020204030204" pitchFamily="2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8" d="100"/>
          <a:sy n="28" d="100"/>
        </p:scale>
        <p:origin x="3168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0" y="2728330"/>
            <a:ext cx="0" cy="14301805"/>
          </a:xfrm>
          <a:prstGeom prst="line">
            <a:avLst/>
          </a:prstGeom>
          <a:ln w="38100" cap="rnd">
            <a:solidFill>
              <a:srgbClr val="242424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597699" y="5171896"/>
            <a:ext cx="424602" cy="42460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CECE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16749" y="8973954"/>
            <a:ext cx="424602" cy="42460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A0A0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597699" y="7078159"/>
            <a:ext cx="424602" cy="42460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ABAB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597699" y="10875035"/>
            <a:ext cx="424602" cy="42460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8080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97699" y="12776116"/>
            <a:ext cx="424602" cy="42460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6464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97699" y="14677197"/>
            <a:ext cx="424602" cy="42460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4141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21733" y="2919880"/>
            <a:ext cx="1543820" cy="1053442"/>
            <a:chOff x="0" y="0"/>
            <a:chExt cx="1206924" cy="823557"/>
          </a:xfrm>
        </p:grpSpPr>
        <p:sp>
          <p:nvSpPr>
            <p:cNvPr id="22" name="Freeform 22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597699" y="3270815"/>
            <a:ext cx="424602" cy="42460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AEA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sp>
        <p:nvSpPr>
          <p:cNvPr id="28" name="AutoShape 28"/>
          <p:cNvSpPr/>
          <p:nvPr/>
        </p:nvSpPr>
        <p:spPr>
          <a:xfrm>
            <a:off x="3059055" y="3464066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>
            <a:off x="3059055" y="7271410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>
            <a:off x="4022301" y="5379072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>
            <a:off x="4003251" y="9187427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>
            <a:off x="3059055" y="11078754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4003251" y="12994771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>
            <a:off x="3059055" y="14886098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3940477" y="2691747"/>
            <a:ext cx="437216" cy="437216"/>
          </a:xfrm>
          <a:custGeom>
            <a:avLst/>
            <a:gdLst/>
            <a:ahLst/>
            <a:cxnLst/>
            <a:rect l="l" t="t" r="r" b="b"/>
            <a:pathLst>
              <a:path w="437216" h="437216">
                <a:moveTo>
                  <a:pt x="0" y="0"/>
                </a:moveTo>
                <a:lnTo>
                  <a:pt x="437216" y="0"/>
                </a:lnTo>
                <a:lnTo>
                  <a:pt x="437216" y="437216"/>
                </a:lnTo>
                <a:lnTo>
                  <a:pt x="0" y="437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36"/>
          <p:cNvGrpSpPr/>
          <p:nvPr/>
        </p:nvGrpSpPr>
        <p:grpSpPr>
          <a:xfrm>
            <a:off x="4581768" y="4805459"/>
            <a:ext cx="1543820" cy="1053442"/>
            <a:chOff x="0" y="0"/>
            <a:chExt cx="1206924" cy="823557"/>
          </a:xfrm>
        </p:grpSpPr>
        <p:sp>
          <p:nvSpPr>
            <p:cNvPr id="37" name="Freeform 37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Freeform 40"/>
          <p:cNvSpPr/>
          <p:nvPr/>
        </p:nvSpPr>
        <p:spPr>
          <a:xfrm>
            <a:off x="360756" y="4645387"/>
            <a:ext cx="448869" cy="448869"/>
          </a:xfrm>
          <a:custGeom>
            <a:avLst/>
            <a:gdLst/>
            <a:ahLst/>
            <a:cxnLst/>
            <a:rect l="l" t="t" r="r" b="b"/>
            <a:pathLst>
              <a:path w="448869" h="448869">
                <a:moveTo>
                  <a:pt x="0" y="0"/>
                </a:moveTo>
                <a:lnTo>
                  <a:pt x="448869" y="0"/>
                </a:lnTo>
                <a:lnTo>
                  <a:pt x="448869" y="448869"/>
                </a:lnTo>
                <a:lnTo>
                  <a:pt x="0" y="448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1495184" y="6775990"/>
            <a:ext cx="1543820" cy="1053442"/>
            <a:chOff x="0" y="0"/>
            <a:chExt cx="1206924" cy="823557"/>
          </a:xfrm>
        </p:grpSpPr>
        <p:sp>
          <p:nvSpPr>
            <p:cNvPr id="42" name="Freeform 42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Freeform 45"/>
          <p:cNvSpPr/>
          <p:nvPr/>
        </p:nvSpPr>
        <p:spPr>
          <a:xfrm>
            <a:off x="3938130" y="6400800"/>
            <a:ext cx="439563" cy="439563"/>
          </a:xfrm>
          <a:custGeom>
            <a:avLst/>
            <a:gdLst/>
            <a:ahLst/>
            <a:cxnLst/>
            <a:rect l="l" t="t" r="r" b="b"/>
            <a:pathLst>
              <a:path w="439563" h="439563">
                <a:moveTo>
                  <a:pt x="0" y="0"/>
                </a:moveTo>
                <a:lnTo>
                  <a:pt x="439563" y="0"/>
                </a:lnTo>
                <a:lnTo>
                  <a:pt x="439563" y="439563"/>
                </a:lnTo>
                <a:lnTo>
                  <a:pt x="0" y="439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6" name="Group 46"/>
          <p:cNvGrpSpPr/>
          <p:nvPr/>
        </p:nvGrpSpPr>
        <p:grpSpPr>
          <a:xfrm>
            <a:off x="4544922" y="8635766"/>
            <a:ext cx="1543820" cy="1053442"/>
            <a:chOff x="0" y="0"/>
            <a:chExt cx="1206924" cy="823557"/>
          </a:xfrm>
        </p:grpSpPr>
        <p:sp>
          <p:nvSpPr>
            <p:cNvPr id="47" name="Freeform 47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" name="Freeform 50"/>
          <p:cNvSpPr/>
          <p:nvPr/>
        </p:nvSpPr>
        <p:spPr>
          <a:xfrm>
            <a:off x="368067" y="8403045"/>
            <a:ext cx="465442" cy="465442"/>
          </a:xfrm>
          <a:custGeom>
            <a:avLst/>
            <a:gdLst/>
            <a:ahLst/>
            <a:cxnLst/>
            <a:rect l="l" t="t" r="r" b="b"/>
            <a:pathLst>
              <a:path w="465442" h="465442">
                <a:moveTo>
                  <a:pt x="0" y="0"/>
                </a:moveTo>
                <a:lnTo>
                  <a:pt x="465442" y="0"/>
                </a:lnTo>
                <a:lnTo>
                  <a:pt x="465442" y="465442"/>
                </a:lnTo>
                <a:lnTo>
                  <a:pt x="0" y="465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1" name="Group 51"/>
          <p:cNvGrpSpPr/>
          <p:nvPr/>
        </p:nvGrpSpPr>
        <p:grpSpPr>
          <a:xfrm>
            <a:off x="1504709" y="10543169"/>
            <a:ext cx="1543820" cy="1053442"/>
            <a:chOff x="0" y="0"/>
            <a:chExt cx="1206924" cy="823557"/>
          </a:xfrm>
        </p:grpSpPr>
        <p:sp>
          <p:nvSpPr>
            <p:cNvPr id="52" name="Freeform 52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5" name="Freeform 55"/>
          <p:cNvSpPr/>
          <p:nvPr/>
        </p:nvSpPr>
        <p:spPr>
          <a:xfrm>
            <a:off x="3980128" y="10413421"/>
            <a:ext cx="404212" cy="404212"/>
          </a:xfrm>
          <a:custGeom>
            <a:avLst/>
            <a:gdLst/>
            <a:ahLst/>
            <a:cxnLst/>
            <a:rect l="l" t="t" r="r" b="b"/>
            <a:pathLst>
              <a:path w="404212" h="404212">
                <a:moveTo>
                  <a:pt x="0" y="0"/>
                </a:moveTo>
                <a:lnTo>
                  <a:pt x="404211" y="0"/>
                </a:lnTo>
                <a:lnTo>
                  <a:pt x="404211" y="404212"/>
                </a:lnTo>
                <a:lnTo>
                  <a:pt x="0" y="404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6" name="Group 56"/>
          <p:cNvGrpSpPr/>
          <p:nvPr/>
        </p:nvGrpSpPr>
        <p:grpSpPr>
          <a:xfrm>
            <a:off x="4568877" y="12461696"/>
            <a:ext cx="1543820" cy="1053442"/>
            <a:chOff x="0" y="0"/>
            <a:chExt cx="1206924" cy="823557"/>
          </a:xfrm>
        </p:grpSpPr>
        <p:sp>
          <p:nvSpPr>
            <p:cNvPr id="57" name="Freeform 57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14234" y="14409303"/>
            <a:ext cx="1543820" cy="1053442"/>
            <a:chOff x="0" y="0"/>
            <a:chExt cx="1206924" cy="823557"/>
          </a:xfrm>
        </p:grpSpPr>
        <p:sp>
          <p:nvSpPr>
            <p:cNvPr id="61" name="Freeform 61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3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" name="Freeform 64"/>
          <p:cNvSpPr/>
          <p:nvPr/>
        </p:nvSpPr>
        <p:spPr>
          <a:xfrm>
            <a:off x="476520" y="12289174"/>
            <a:ext cx="404212" cy="404212"/>
          </a:xfrm>
          <a:custGeom>
            <a:avLst/>
            <a:gdLst/>
            <a:ahLst/>
            <a:cxnLst/>
            <a:rect l="l" t="t" r="r" b="b"/>
            <a:pathLst>
              <a:path w="404212" h="404212">
                <a:moveTo>
                  <a:pt x="0" y="0"/>
                </a:moveTo>
                <a:lnTo>
                  <a:pt x="404212" y="0"/>
                </a:lnTo>
                <a:lnTo>
                  <a:pt x="404212" y="404211"/>
                </a:lnTo>
                <a:lnTo>
                  <a:pt x="0" y="404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5" name="Freeform 65"/>
          <p:cNvSpPr/>
          <p:nvPr/>
        </p:nvSpPr>
        <p:spPr>
          <a:xfrm>
            <a:off x="4003251" y="14113820"/>
            <a:ext cx="476666" cy="476666"/>
          </a:xfrm>
          <a:custGeom>
            <a:avLst/>
            <a:gdLst/>
            <a:ahLst/>
            <a:cxnLst/>
            <a:rect l="l" t="t" r="r" b="b"/>
            <a:pathLst>
              <a:path w="476666" h="476666">
                <a:moveTo>
                  <a:pt x="0" y="0"/>
                </a:moveTo>
                <a:lnTo>
                  <a:pt x="476666" y="0"/>
                </a:lnTo>
                <a:lnTo>
                  <a:pt x="476666" y="476666"/>
                </a:lnTo>
                <a:lnTo>
                  <a:pt x="0" y="4766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439288" y="2920347"/>
            <a:ext cx="1693713" cy="127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2002-02-28 22:02:39 GMT</a:t>
            </a:r>
          </a:p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endParaRPr lang="en-US" sz="2346">
              <a:solidFill>
                <a:srgbClr val="242424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4439788" y="2720322"/>
            <a:ext cx="2921565" cy="39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  <a:spcBef>
                <a:spcPct val="0"/>
              </a:spcBef>
            </a:pPr>
            <a:r>
              <a:rPr lang="en-US" sz="2868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Op</a:t>
            </a:r>
            <a:r>
              <a:rPr lang="en-US" sz="2868" u="none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erating system Installed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452364" y="6417979"/>
            <a:ext cx="2921565" cy="39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  <a:spcBef>
                <a:spcPct val="0"/>
              </a:spcBef>
            </a:pPr>
            <a:r>
              <a:rPr lang="en-US" sz="2868" dirty="0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Sharing of stalking Website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39665" y="4698664"/>
            <a:ext cx="2921565" cy="39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51"/>
              </a:lnSpc>
              <a:spcBef>
                <a:spcPct val="0"/>
              </a:spcBef>
            </a:pPr>
            <a:r>
              <a:rPr lang="en-US" sz="2868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User Account Creation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600788" y="8390329"/>
            <a:ext cx="2697516" cy="615137"/>
            <a:chOff x="0" y="0"/>
            <a:chExt cx="3596687" cy="820183"/>
          </a:xfrm>
        </p:grpSpPr>
        <p:sp>
          <p:nvSpPr>
            <p:cNvPr id="71" name="TextBox 71"/>
            <p:cNvSpPr txBox="1"/>
            <p:nvPr/>
          </p:nvSpPr>
          <p:spPr>
            <a:xfrm>
              <a:off x="0" y="38100"/>
              <a:ext cx="3596687" cy="540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353"/>
                </a:lnSpc>
                <a:spcBef>
                  <a:spcPct val="0"/>
                </a:spcBef>
              </a:pPr>
              <a:r>
                <a:rPr lang="en-US" sz="2870" u="none">
                  <a:solidFill>
                    <a:srgbClr val="242424"/>
                  </a:solidFill>
                  <a:latin typeface="Ballpoint"/>
                  <a:ea typeface="Ballpoint"/>
                  <a:cs typeface="Ballpoint"/>
                  <a:sym typeface="Ballpoint"/>
                </a:rPr>
                <a:t>Stalking Admission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03438" y="568850"/>
              <a:ext cx="2920775" cy="2513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1512"/>
                </a:lnSpc>
              </a:pPr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476520" y="413130"/>
            <a:ext cx="6705059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81"/>
              </a:lnSpc>
            </a:pPr>
            <a:r>
              <a:rPr lang="en-US" sz="8067" spc="403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TIMELINE ANALYSIS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493931" y="10451521"/>
            <a:ext cx="3087969" cy="39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en-US" sz="2868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Father Email Discovery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83074" y="12303650"/>
            <a:ext cx="1631551" cy="399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475"/>
              </a:lnSpc>
              <a:spcBef>
                <a:spcPct val="0"/>
              </a:spcBef>
            </a:pPr>
            <a:r>
              <a:rPr lang="en-US" sz="3018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Extorsion mail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627960" y="14240082"/>
            <a:ext cx="2921565" cy="39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  <a:spcBef>
                <a:spcPct val="0"/>
              </a:spcBef>
            </a:pPr>
            <a:r>
              <a:rPr lang="en-US" sz="2868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Bank Detail Shared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506822" y="4900056"/>
            <a:ext cx="1693713" cy="86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2002-02-28 22:22:17 GMT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0" y="5133796"/>
            <a:ext cx="354054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A user account named Bob Hunter with RID 1004 was created.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050876" y="3146204"/>
            <a:ext cx="354054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Installation of Microsoft Windows XP on the suspect's system.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420238" y="6806579"/>
            <a:ext cx="1693713" cy="86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2002-03-31 05:25:25 GMT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041351" y="7086600"/>
            <a:ext cx="354054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Billy sent a link to Bob that contained information and techniques related to stalking.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469976" y="8666354"/>
            <a:ext cx="1693713" cy="86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2002-05-14 17:12:59 GMT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0" y="8967366"/>
            <a:ext cx="354054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Bob told Billy that he had been stalking two girls and knew where they lived.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429763" y="10573758"/>
            <a:ext cx="1693713" cy="86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2002-05-23 14:12:45 GMT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041351" y="10889523"/>
            <a:ext cx="354054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The email addresses of the fathers of Christina and Sabrina were identified.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493931" y="12492284"/>
            <a:ext cx="1693713" cy="127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2002-06-03, 11:50:34 GMT</a:t>
            </a:r>
          </a:p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endParaRPr lang="en-US" sz="2346">
              <a:solidFill>
                <a:srgbClr val="242424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1439288" y="14439891"/>
            <a:ext cx="1693713" cy="86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2002-06-03 13:12:02 GMT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28575" y="12760060"/>
            <a:ext cx="3540549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The suspect sent the extortion email to the victims’ fathers, demanding a ransom of 1 million dollars.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980128" y="14692824"/>
            <a:ext cx="3540549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John Detsiwt, the father of Christina Detsiwt, shared his bank information, including the bank account and routing number.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0" y="762000"/>
            <a:ext cx="0" cy="13173133"/>
          </a:xfrm>
          <a:prstGeom prst="line">
            <a:avLst/>
          </a:prstGeom>
          <a:ln w="38100" cap="rnd">
            <a:solidFill>
              <a:srgbClr val="242424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597699" y="4612876"/>
            <a:ext cx="424602" cy="42460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CECE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16749" y="8415765"/>
            <a:ext cx="424602" cy="42460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A0A0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597699" y="6509530"/>
            <a:ext cx="424602" cy="42460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ABAB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597699" y="10337279"/>
            <a:ext cx="424602" cy="42460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8080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97699" y="12382853"/>
            <a:ext cx="424602" cy="42460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6464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8174" y="2577247"/>
            <a:ext cx="424602" cy="42460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AEA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4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4022301" y="6700030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3040005" y="4834702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3054062" y="8615316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4022301" y="10531684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3040005" y="12595154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4548176" y="2234252"/>
            <a:ext cx="1543820" cy="1053442"/>
            <a:chOff x="0" y="0"/>
            <a:chExt cx="1206924" cy="823557"/>
          </a:xfrm>
        </p:grpSpPr>
        <p:sp>
          <p:nvSpPr>
            <p:cNvPr id="27" name="Freeform 27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10241" y="4298455"/>
            <a:ext cx="1543820" cy="1053442"/>
            <a:chOff x="0" y="0"/>
            <a:chExt cx="1206924" cy="823557"/>
          </a:xfrm>
        </p:grpSpPr>
        <p:sp>
          <p:nvSpPr>
            <p:cNvPr id="31" name="Freeform 31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95801" y="6185584"/>
            <a:ext cx="1543820" cy="1053442"/>
            <a:chOff x="0" y="0"/>
            <a:chExt cx="1206924" cy="823557"/>
          </a:xfrm>
        </p:grpSpPr>
        <p:sp>
          <p:nvSpPr>
            <p:cNvPr id="35" name="Freeform 35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510241" y="8078084"/>
            <a:ext cx="1543820" cy="1053442"/>
            <a:chOff x="0" y="0"/>
            <a:chExt cx="1206924" cy="823557"/>
          </a:xfrm>
        </p:grpSpPr>
        <p:sp>
          <p:nvSpPr>
            <p:cNvPr id="39" name="Freeform 39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95801" y="10064719"/>
            <a:ext cx="1543820" cy="1053442"/>
            <a:chOff x="0" y="0"/>
            <a:chExt cx="1206924" cy="823557"/>
          </a:xfrm>
        </p:grpSpPr>
        <p:sp>
          <p:nvSpPr>
            <p:cNvPr id="43" name="Freeform 43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91904" y="12030332"/>
            <a:ext cx="1543820" cy="1053442"/>
            <a:chOff x="0" y="0"/>
            <a:chExt cx="1206924" cy="823557"/>
          </a:xfrm>
        </p:grpSpPr>
        <p:sp>
          <p:nvSpPr>
            <p:cNvPr id="47" name="Freeform 47"/>
            <p:cNvSpPr/>
            <p:nvPr/>
          </p:nvSpPr>
          <p:spPr>
            <a:xfrm>
              <a:off x="39970" y="45156"/>
              <a:ext cx="1166954" cy="777696"/>
            </a:xfrm>
            <a:custGeom>
              <a:avLst/>
              <a:gdLst/>
              <a:ahLst/>
              <a:cxnLst/>
              <a:rect l="l" t="t" r="r" b="b"/>
              <a:pathLst>
                <a:path w="1166954" h="777696">
                  <a:moveTo>
                    <a:pt x="670" y="747921"/>
                  </a:moveTo>
                  <a:cubicBezTo>
                    <a:pt x="-1870" y="756811"/>
                    <a:pt x="3210" y="763161"/>
                    <a:pt x="9163" y="764431"/>
                  </a:cubicBezTo>
                  <a:cubicBezTo>
                    <a:pt x="15897" y="765701"/>
                    <a:pt x="21790" y="765701"/>
                    <a:pt x="28525" y="765701"/>
                  </a:cubicBezTo>
                  <a:cubicBezTo>
                    <a:pt x="55464" y="766971"/>
                    <a:pt x="82403" y="766971"/>
                    <a:pt x="110183" y="768241"/>
                  </a:cubicBezTo>
                  <a:cubicBezTo>
                    <a:pt x="125336" y="769511"/>
                    <a:pt x="140489" y="770781"/>
                    <a:pt x="154801" y="772051"/>
                  </a:cubicBezTo>
                  <a:cubicBezTo>
                    <a:pt x="180056" y="773321"/>
                    <a:pt x="204469" y="773321"/>
                    <a:pt x="229724" y="774591"/>
                  </a:cubicBezTo>
                  <a:cubicBezTo>
                    <a:pt x="239826" y="774591"/>
                    <a:pt x="249087" y="774591"/>
                    <a:pt x="259189" y="773321"/>
                  </a:cubicBezTo>
                  <a:cubicBezTo>
                    <a:pt x="263398" y="773321"/>
                    <a:pt x="268449" y="772051"/>
                    <a:pt x="272658" y="772051"/>
                  </a:cubicBezTo>
                  <a:cubicBezTo>
                    <a:pt x="289495" y="773321"/>
                    <a:pt x="626230" y="764431"/>
                    <a:pt x="643067" y="765701"/>
                  </a:cubicBezTo>
                  <a:cubicBezTo>
                    <a:pt x="666638" y="766971"/>
                    <a:pt x="731460" y="766971"/>
                    <a:pt x="755031" y="766971"/>
                  </a:cubicBezTo>
                  <a:cubicBezTo>
                    <a:pt x="764292" y="766971"/>
                    <a:pt x="772710" y="765701"/>
                    <a:pt x="781970" y="765701"/>
                  </a:cubicBezTo>
                  <a:lnTo>
                    <a:pt x="827429" y="769511"/>
                  </a:lnTo>
                  <a:cubicBezTo>
                    <a:pt x="860261" y="772051"/>
                    <a:pt x="892251" y="769511"/>
                    <a:pt x="925083" y="773321"/>
                  </a:cubicBezTo>
                  <a:cubicBezTo>
                    <a:pt x="979802" y="778401"/>
                    <a:pt x="1035364" y="772051"/>
                    <a:pt x="1103454" y="777131"/>
                  </a:cubicBezTo>
                  <a:cubicBezTo>
                    <a:pt x="1123774" y="778401"/>
                    <a:pt x="1144094" y="777131"/>
                    <a:pt x="1166954" y="777131"/>
                  </a:cubicBezTo>
                  <a:lnTo>
                    <a:pt x="1166954" y="717441"/>
                  </a:lnTo>
                  <a:cubicBezTo>
                    <a:pt x="1165684" y="673465"/>
                    <a:pt x="1164414" y="647472"/>
                    <a:pt x="1164414" y="619854"/>
                  </a:cubicBezTo>
                  <a:cubicBezTo>
                    <a:pt x="1164414" y="587904"/>
                    <a:pt x="1168224" y="555413"/>
                    <a:pt x="1161874" y="523463"/>
                  </a:cubicBezTo>
                  <a:cubicBezTo>
                    <a:pt x="1154254" y="502343"/>
                    <a:pt x="1142824" y="85912"/>
                    <a:pt x="1142824" y="64793"/>
                  </a:cubicBezTo>
                  <a:cubicBezTo>
                    <a:pt x="1140284" y="50172"/>
                    <a:pt x="1139014" y="35009"/>
                    <a:pt x="1136474" y="20388"/>
                  </a:cubicBezTo>
                  <a:cubicBezTo>
                    <a:pt x="1136474" y="16056"/>
                    <a:pt x="1135204" y="11723"/>
                    <a:pt x="1133934" y="5644"/>
                  </a:cubicBezTo>
                  <a:cubicBezTo>
                    <a:pt x="1123774" y="3104"/>
                    <a:pt x="1114884" y="1834"/>
                    <a:pt x="1104724" y="564"/>
                  </a:cubicBezTo>
                  <a:cubicBezTo>
                    <a:pt x="1097104" y="-706"/>
                    <a:pt x="1089484" y="564"/>
                    <a:pt x="1083134" y="564"/>
                  </a:cubicBezTo>
                  <a:lnTo>
                    <a:pt x="4953" y="5644"/>
                  </a:lnTo>
                  <a:lnTo>
                    <a:pt x="670" y="747921"/>
                  </a:ln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11430" y="16510"/>
              <a:ext cx="1145964" cy="768947"/>
            </a:xfrm>
            <a:custGeom>
              <a:avLst/>
              <a:gdLst/>
              <a:ahLst/>
              <a:cxnLst/>
              <a:rect l="l" t="t" r="r" b="b"/>
              <a:pathLst>
                <a:path w="1145964" h="768947">
                  <a:moveTo>
                    <a:pt x="1145964" y="768947"/>
                  </a:moveTo>
                  <a:lnTo>
                    <a:pt x="0" y="761327"/>
                  </a:lnTo>
                  <a:lnTo>
                    <a:pt x="0" y="275391"/>
                  </a:lnTo>
                  <a:lnTo>
                    <a:pt x="7620" y="20320"/>
                  </a:lnTo>
                  <a:lnTo>
                    <a:pt x="566377" y="0"/>
                  </a:lnTo>
                  <a:lnTo>
                    <a:pt x="1124374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-215" y="0"/>
              <a:ext cx="1170309" cy="794912"/>
            </a:xfrm>
            <a:custGeom>
              <a:avLst/>
              <a:gdLst/>
              <a:ahLst/>
              <a:cxnLst/>
              <a:rect l="l" t="t" r="r" b="b"/>
              <a:pathLst>
                <a:path w="1170309" h="794912">
                  <a:moveTo>
                    <a:pt x="1137289" y="21590"/>
                  </a:moveTo>
                  <a:cubicBezTo>
                    <a:pt x="1138559" y="34290"/>
                    <a:pt x="1138559" y="44450"/>
                    <a:pt x="1139829" y="53089"/>
                  </a:cubicBezTo>
                  <a:cubicBezTo>
                    <a:pt x="1142369" y="67710"/>
                    <a:pt x="1143639" y="82873"/>
                    <a:pt x="1146179" y="97494"/>
                  </a:cubicBezTo>
                  <a:cubicBezTo>
                    <a:pt x="1146179" y="118613"/>
                    <a:pt x="1158879" y="535044"/>
                    <a:pt x="1165229" y="556164"/>
                  </a:cubicBezTo>
                  <a:cubicBezTo>
                    <a:pt x="1171579" y="588114"/>
                    <a:pt x="1167769" y="620605"/>
                    <a:pt x="1167769" y="652555"/>
                  </a:cubicBezTo>
                  <a:cubicBezTo>
                    <a:pt x="1167769" y="680714"/>
                    <a:pt x="1169039" y="706707"/>
                    <a:pt x="1170309" y="734657"/>
                  </a:cubicBezTo>
                  <a:lnTo>
                    <a:pt x="1170309" y="794347"/>
                  </a:lnTo>
                  <a:cubicBezTo>
                    <a:pt x="1147449" y="794347"/>
                    <a:pt x="1127129" y="795617"/>
                    <a:pt x="1106809" y="794347"/>
                  </a:cubicBezTo>
                  <a:cubicBezTo>
                    <a:pt x="1051135" y="789267"/>
                    <a:pt x="995574" y="795617"/>
                    <a:pt x="940854" y="790537"/>
                  </a:cubicBezTo>
                  <a:cubicBezTo>
                    <a:pt x="908023" y="786727"/>
                    <a:pt x="876033" y="789267"/>
                    <a:pt x="843201" y="786727"/>
                  </a:cubicBezTo>
                  <a:lnTo>
                    <a:pt x="797742" y="782917"/>
                  </a:lnTo>
                  <a:cubicBezTo>
                    <a:pt x="788482" y="782917"/>
                    <a:pt x="780063" y="784187"/>
                    <a:pt x="770803" y="784187"/>
                  </a:cubicBezTo>
                  <a:cubicBezTo>
                    <a:pt x="747232" y="782917"/>
                    <a:pt x="682410" y="784187"/>
                    <a:pt x="658839" y="782917"/>
                  </a:cubicBezTo>
                  <a:cubicBezTo>
                    <a:pt x="642002" y="781647"/>
                    <a:pt x="305266" y="790537"/>
                    <a:pt x="288430" y="789267"/>
                  </a:cubicBezTo>
                  <a:cubicBezTo>
                    <a:pt x="284221" y="789267"/>
                    <a:pt x="279169" y="790537"/>
                    <a:pt x="274960" y="790537"/>
                  </a:cubicBezTo>
                  <a:cubicBezTo>
                    <a:pt x="264858" y="790537"/>
                    <a:pt x="255598" y="791807"/>
                    <a:pt x="245496" y="791807"/>
                  </a:cubicBezTo>
                  <a:cubicBezTo>
                    <a:pt x="220241" y="791807"/>
                    <a:pt x="195827" y="790537"/>
                    <a:pt x="170572" y="789267"/>
                  </a:cubicBezTo>
                  <a:cubicBezTo>
                    <a:pt x="155419" y="787997"/>
                    <a:pt x="140266" y="786727"/>
                    <a:pt x="125955" y="785457"/>
                  </a:cubicBezTo>
                  <a:cubicBezTo>
                    <a:pt x="99016" y="784187"/>
                    <a:pt x="72077" y="782917"/>
                    <a:pt x="44297" y="782917"/>
                  </a:cubicBezTo>
                  <a:cubicBezTo>
                    <a:pt x="34505" y="782917"/>
                    <a:pt x="25615" y="782917"/>
                    <a:pt x="15455" y="781647"/>
                  </a:cubicBezTo>
                  <a:cubicBezTo>
                    <a:pt x="6565" y="780377"/>
                    <a:pt x="1485" y="774027"/>
                    <a:pt x="4025" y="765137"/>
                  </a:cubicBezTo>
                  <a:cubicBezTo>
                    <a:pt x="12915" y="733783"/>
                    <a:pt x="9105" y="720245"/>
                    <a:pt x="7835" y="706166"/>
                  </a:cubicBezTo>
                  <a:cubicBezTo>
                    <a:pt x="6565" y="677465"/>
                    <a:pt x="2755" y="649306"/>
                    <a:pt x="4025" y="620605"/>
                  </a:cubicBezTo>
                  <a:cubicBezTo>
                    <a:pt x="1485" y="584865"/>
                    <a:pt x="-3595" y="142440"/>
                    <a:pt x="4025" y="106158"/>
                  </a:cubicBezTo>
                  <a:cubicBezTo>
                    <a:pt x="5295" y="99118"/>
                    <a:pt x="4025" y="91537"/>
                    <a:pt x="5295" y="84497"/>
                  </a:cubicBezTo>
                  <a:cubicBezTo>
                    <a:pt x="6565" y="73125"/>
                    <a:pt x="9105" y="6067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1031" y="30480"/>
                    <a:pt x="64501" y="29210"/>
                  </a:cubicBezTo>
                  <a:cubicBezTo>
                    <a:pt x="87230" y="25400"/>
                    <a:pt x="109960" y="22860"/>
                    <a:pt x="133531" y="20320"/>
                  </a:cubicBezTo>
                  <a:cubicBezTo>
                    <a:pt x="149526" y="17780"/>
                    <a:pt x="165521" y="16510"/>
                    <a:pt x="180674" y="13970"/>
                  </a:cubicBezTo>
                  <a:cubicBezTo>
                    <a:pt x="195827" y="11430"/>
                    <a:pt x="211822" y="8890"/>
                    <a:pt x="226976" y="8890"/>
                  </a:cubicBezTo>
                  <a:cubicBezTo>
                    <a:pt x="243812" y="7620"/>
                    <a:pt x="260649" y="10160"/>
                    <a:pt x="277486" y="8890"/>
                  </a:cubicBezTo>
                  <a:cubicBezTo>
                    <a:pt x="298532" y="8890"/>
                    <a:pt x="679885" y="6350"/>
                    <a:pt x="700930" y="5080"/>
                  </a:cubicBezTo>
                  <a:cubicBezTo>
                    <a:pt x="721135" y="3810"/>
                    <a:pt x="741339" y="2540"/>
                    <a:pt x="762385" y="2540"/>
                  </a:cubicBezTo>
                  <a:cubicBezTo>
                    <a:pt x="796900" y="1270"/>
                    <a:pt x="830574" y="0"/>
                    <a:pt x="865089" y="0"/>
                  </a:cubicBezTo>
                  <a:cubicBezTo>
                    <a:pt x="879400" y="0"/>
                    <a:pt x="894553" y="2540"/>
                    <a:pt x="908865" y="2540"/>
                  </a:cubicBezTo>
                  <a:cubicBezTo>
                    <a:pt x="948431" y="3810"/>
                    <a:pt x="988839" y="5080"/>
                    <a:pt x="1028406" y="7620"/>
                  </a:cubicBezTo>
                  <a:cubicBezTo>
                    <a:pt x="1049452" y="8890"/>
                    <a:pt x="1070498" y="12700"/>
                    <a:pt x="1091543" y="16510"/>
                  </a:cubicBezTo>
                  <a:lnTo>
                    <a:pt x="1106809" y="16510"/>
                  </a:lnTo>
                  <a:cubicBezTo>
                    <a:pt x="1118239" y="17780"/>
                    <a:pt x="1127129" y="20320"/>
                    <a:pt x="1137289" y="21590"/>
                  </a:cubicBezTo>
                  <a:close/>
                  <a:moveTo>
                    <a:pt x="1147449" y="777837"/>
                  </a:moveTo>
                  <a:cubicBezTo>
                    <a:pt x="1148719" y="761327"/>
                    <a:pt x="1149989" y="748627"/>
                    <a:pt x="1149989" y="735927"/>
                  </a:cubicBezTo>
                  <a:cubicBezTo>
                    <a:pt x="1148719" y="704000"/>
                    <a:pt x="1147449" y="675299"/>
                    <a:pt x="1147449" y="644432"/>
                  </a:cubicBezTo>
                  <a:cubicBezTo>
                    <a:pt x="1147449" y="630353"/>
                    <a:pt x="1149989" y="616273"/>
                    <a:pt x="1148719" y="602193"/>
                  </a:cubicBezTo>
                  <a:cubicBezTo>
                    <a:pt x="1148719" y="589197"/>
                    <a:pt x="1147449" y="575659"/>
                    <a:pt x="1146179" y="562662"/>
                  </a:cubicBezTo>
                  <a:cubicBezTo>
                    <a:pt x="1141099" y="542626"/>
                    <a:pt x="1129669" y="127819"/>
                    <a:pt x="1129669" y="107783"/>
                  </a:cubicBezTo>
                  <a:cubicBezTo>
                    <a:pt x="1127129" y="90995"/>
                    <a:pt x="1124589" y="73667"/>
                    <a:pt x="1122049" y="56879"/>
                  </a:cubicBezTo>
                  <a:cubicBezTo>
                    <a:pt x="1120779" y="44450"/>
                    <a:pt x="1119509" y="43180"/>
                    <a:pt x="1103329" y="41910"/>
                  </a:cubicBezTo>
                  <a:cubicBezTo>
                    <a:pt x="1100804" y="41910"/>
                    <a:pt x="1099120" y="41910"/>
                    <a:pt x="1096594" y="40640"/>
                  </a:cubicBezTo>
                  <a:cubicBezTo>
                    <a:pt x="1075549" y="36830"/>
                    <a:pt x="1053661" y="31750"/>
                    <a:pt x="1032615" y="30480"/>
                  </a:cubicBezTo>
                  <a:cubicBezTo>
                    <a:pt x="981263" y="26670"/>
                    <a:pt x="929069" y="25400"/>
                    <a:pt x="877717" y="22860"/>
                  </a:cubicBezTo>
                  <a:lnTo>
                    <a:pt x="817104" y="22860"/>
                  </a:lnTo>
                  <a:cubicBezTo>
                    <a:pt x="790165" y="22860"/>
                    <a:pt x="763227" y="22860"/>
                    <a:pt x="737130" y="24130"/>
                  </a:cubicBezTo>
                  <a:cubicBezTo>
                    <a:pt x="714400" y="25400"/>
                    <a:pt x="331363" y="29210"/>
                    <a:pt x="308634" y="29210"/>
                  </a:cubicBezTo>
                  <a:cubicBezTo>
                    <a:pt x="271593" y="29210"/>
                    <a:pt x="234552" y="26670"/>
                    <a:pt x="197511" y="33020"/>
                  </a:cubicBezTo>
                  <a:cubicBezTo>
                    <a:pt x="178149" y="36830"/>
                    <a:pt x="159628" y="36830"/>
                    <a:pt x="141108" y="38100"/>
                  </a:cubicBezTo>
                  <a:cubicBezTo>
                    <a:pt x="109118" y="41910"/>
                    <a:pt x="77128" y="45720"/>
                    <a:pt x="45138" y="50800"/>
                  </a:cubicBezTo>
                  <a:cubicBezTo>
                    <a:pt x="33235" y="50800"/>
                    <a:pt x="30695" y="52547"/>
                    <a:pt x="29425" y="59046"/>
                  </a:cubicBezTo>
                  <a:cubicBezTo>
                    <a:pt x="28155" y="68793"/>
                    <a:pt x="28155" y="78540"/>
                    <a:pt x="26885" y="88288"/>
                  </a:cubicBezTo>
                  <a:cubicBezTo>
                    <a:pt x="25615" y="104534"/>
                    <a:pt x="23075" y="120238"/>
                    <a:pt x="21805" y="136483"/>
                  </a:cubicBezTo>
                  <a:cubicBezTo>
                    <a:pt x="16725" y="153812"/>
                    <a:pt x="23075" y="577283"/>
                    <a:pt x="25615" y="594612"/>
                  </a:cubicBezTo>
                  <a:cubicBezTo>
                    <a:pt x="25615" y="613024"/>
                    <a:pt x="25615" y="631977"/>
                    <a:pt x="26885" y="650389"/>
                  </a:cubicBezTo>
                  <a:cubicBezTo>
                    <a:pt x="26885" y="663927"/>
                    <a:pt x="29425" y="677465"/>
                    <a:pt x="29425" y="691003"/>
                  </a:cubicBezTo>
                  <a:cubicBezTo>
                    <a:pt x="29425" y="705624"/>
                    <a:pt x="29425" y="720245"/>
                    <a:pt x="28155" y="735927"/>
                  </a:cubicBezTo>
                  <a:lnTo>
                    <a:pt x="28155" y="746087"/>
                  </a:lnTo>
                  <a:cubicBezTo>
                    <a:pt x="28155" y="756247"/>
                    <a:pt x="31965" y="760057"/>
                    <a:pt x="40855" y="760057"/>
                  </a:cubicBezTo>
                  <a:cubicBezTo>
                    <a:pt x="52715" y="760057"/>
                    <a:pt x="64501" y="761327"/>
                    <a:pt x="75445" y="761327"/>
                  </a:cubicBezTo>
                  <a:cubicBezTo>
                    <a:pt x="91440" y="761327"/>
                    <a:pt x="108276" y="758787"/>
                    <a:pt x="124271" y="761327"/>
                  </a:cubicBezTo>
                  <a:cubicBezTo>
                    <a:pt x="150368" y="765137"/>
                    <a:pt x="176465" y="767677"/>
                    <a:pt x="202562" y="766407"/>
                  </a:cubicBezTo>
                  <a:cubicBezTo>
                    <a:pt x="219399" y="765137"/>
                    <a:pt x="235394" y="767677"/>
                    <a:pt x="252231" y="767677"/>
                  </a:cubicBezTo>
                  <a:cubicBezTo>
                    <a:pt x="276644" y="767677"/>
                    <a:pt x="301057" y="766407"/>
                    <a:pt x="325471" y="767677"/>
                  </a:cubicBezTo>
                  <a:cubicBezTo>
                    <a:pt x="361670" y="768947"/>
                    <a:pt x="759017" y="758787"/>
                    <a:pt x="796058" y="761327"/>
                  </a:cubicBezTo>
                  <a:cubicBezTo>
                    <a:pt x="812053" y="762597"/>
                    <a:pt x="828048" y="763868"/>
                    <a:pt x="843201" y="763868"/>
                  </a:cubicBezTo>
                  <a:cubicBezTo>
                    <a:pt x="870982" y="766407"/>
                    <a:pt x="897921" y="762597"/>
                    <a:pt x="925701" y="766407"/>
                  </a:cubicBezTo>
                  <a:cubicBezTo>
                    <a:pt x="948431" y="768947"/>
                    <a:pt x="971161" y="768947"/>
                    <a:pt x="993890" y="771487"/>
                  </a:cubicBezTo>
                  <a:cubicBezTo>
                    <a:pt x="1027564" y="775297"/>
                    <a:pt x="1061237" y="777837"/>
                    <a:pt x="1094911" y="779107"/>
                  </a:cubicBezTo>
                  <a:cubicBezTo>
                    <a:pt x="1109349" y="779107"/>
                    <a:pt x="1127129" y="777837"/>
                    <a:pt x="1147449" y="777837"/>
                  </a:cubicBezTo>
                  <a:close/>
                </a:path>
              </a:pathLst>
            </a:custGeom>
            <a:solidFill>
              <a:srgbClr val="29292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" name="Freeform 50"/>
          <p:cNvSpPr/>
          <p:nvPr/>
        </p:nvSpPr>
        <p:spPr>
          <a:xfrm>
            <a:off x="661142" y="1890711"/>
            <a:ext cx="460495" cy="460495"/>
          </a:xfrm>
          <a:custGeom>
            <a:avLst/>
            <a:gdLst/>
            <a:ahLst/>
            <a:cxnLst/>
            <a:rect l="l" t="t" r="r" b="b"/>
            <a:pathLst>
              <a:path w="460495" h="460495">
                <a:moveTo>
                  <a:pt x="0" y="0"/>
                </a:moveTo>
                <a:lnTo>
                  <a:pt x="460495" y="0"/>
                </a:lnTo>
                <a:lnTo>
                  <a:pt x="460495" y="460495"/>
                </a:lnTo>
                <a:lnTo>
                  <a:pt x="0" y="460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/>
          <p:cNvSpPr/>
          <p:nvPr/>
        </p:nvSpPr>
        <p:spPr>
          <a:xfrm>
            <a:off x="633659" y="5813093"/>
            <a:ext cx="515461" cy="515461"/>
          </a:xfrm>
          <a:custGeom>
            <a:avLst/>
            <a:gdLst/>
            <a:ahLst/>
            <a:cxnLst/>
            <a:rect l="l" t="t" r="r" b="b"/>
            <a:pathLst>
              <a:path w="515461" h="515461">
                <a:moveTo>
                  <a:pt x="0" y="0"/>
                </a:moveTo>
                <a:lnTo>
                  <a:pt x="515461" y="0"/>
                </a:lnTo>
                <a:lnTo>
                  <a:pt x="515461" y="515462"/>
                </a:lnTo>
                <a:lnTo>
                  <a:pt x="0" y="515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/>
          <p:cNvSpPr/>
          <p:nvPr/>
        </p:nvSpPr>
        <p:spPr>
          <a:xfrm>
            <a:off x="3993726" y="7839102"/>
            <a:ext cx="496411" cy="496411"/>
          </a:xfrm>
          <a:custGeom>
            <a:avLst/>
            <a:gdLst/>
            <a:ahLst/>
            <a:cxnLst/>
            <a:rect l="l" t="t" r="r" b="b"/>
            <a:pathLst>
              <a:path w="496411" h="496411">
                <a:moveTo>
                  <a:pt x="0" y="0"/>
                </a:moveTo>
                <a:lnTo>
                  <a:pt x="496411" y="0"/>
                </a:lnTo>
                <a:lnTo>
                  <a:pt x="496411" y="496411"/>
                </a:lnTo>
                <a:lnTo>
                  <a:pt x="0" y="496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Freeform 53"/>
          <p:cNvSpPr/>
          <p:nvPr/>
        </p:nvSpPr>
        <p:spPr>
          <a:xfrm>
            <a:off x="4083583" y="3897294"/>
            <a:ext cx="496411" cy="496411"/>
          </a:xfrm>
          <a:custGeom>
            <a:avLst/>
            <a:gdLst/>
            <a:ahLst/>
            <a:cxnLst/>
            <a:rect l="l" t="t" r="r" b="b"/>
            <a:pathLst>
              <a:path w="496411" h="496411">
                <a:moveTo>
                  <a:pt x="0" y="0"/>
                </a:moveTo>
                <a:lnTo>
                  <a:pt x="496412" y="0"/>
                </a:lnTo>
                <a:lnTo>
                  <a:pt x="496412" y="496411"/>
                </a:lnTo>
                <a:lnTo>
                  <a:pt x="0" y="4964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Freeform 54"/>
          <p:cNvSpPr/>
          <p:nvPr/>
        </p:nvSpPr>
        <p:spPr>
          <a:xfrm>
            <a:off x="643184" y="9864951"/>
            <a:ext cx="496411" cy="496411"/>
          </a:xfrm>
          <a:custGeom>
            <a:avLst/>
            <a:gdLst/>
            <a:ahLst/>
            <a:cxnLst/>
            <a:rect l="l" t="t" r="r" b="b"/>
            <a:pathLst>
              <a:path w="496411" h="496411">
                <a:moveTo>
                  <a:pt x="0" y="0"/>
                </a:moveTo>
                <a:lnTo>
                  <a:pt x="496411" y="0"/>
                </a:lnTo>
                <a:lnTo>
                  <a:pt x="496411" y="496411"/>
                </a:lnTo>
                <a:lnTo>
                  <a:pt x="0" y="496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Freeform 55"/>
          <p:cNvSpPr/>
          <p:nvPr/>
        </p:nvSpPr>
        <p:spPr>
          <a:xfrm>
            <a:off x="4051765" y="11782127"/>
            <a:ext cx="496411" cy="496411"/>
          </a:xfrm>
          <a:custGeom>
            <a:avLst/>
            <a:gdLst/>
            <a:ahLst/>
            <a:cxnLst/>
            <a:rect l="l" t="t" r="r" b="b"/>
            <a:pathLst>
              <a:path w="496411" h="496411">
                <a:moveTo>
                  <a:pt x="0" y="0"/>
                </a:moveTo>
                <a:lnTo>
                  <a:pt x="496411" y="0"/>
                </a:lnTo>
                <a:lnTo>
                  <a:pt x="496411" y="496411"/>
                </a:lnTo>
                <a:lnTo>
                  <a:pt x="0" y="4964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1215795" y="1934310"/>
            <a:ext cx="1773533" cy="40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  <a:spcBef>
                <a:spcPct val="0"/>
              </a:spcBef>
            </a:pPr>
            <a:r>
              <a:rPr lang="en-US" sz="29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Refuse to Pay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01317" y="5973285"/>
            <a:ext cx="2921565" cy="39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  <a:spcBef>
                <a:spcPct val="0"/>
              </a:spcBef>
            </a:pPr>
            <a:r>
              <a:rPr lang="en-US" sz="2868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Search for Lawyer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691430" y="3970549"/>
            <a:ext cx="1504954" cy="434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15"/>
              </a:lnSpc>
              <a:spcBef>
                <a:spcPct val="0"/>
              </a:spcBef>
            </a:pPr>
            <a:r>
              <a:rPr lang="en-US" sz="3189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Data Wiping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357138" y="7908561"/>
            <a:ext cx="2600341" cy="39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51"/>
              </a:lnSpc>
              <a:spcBef>
                <a:spcPct val="0"/>
              </a:spcBef>
            </a:pPr>
            <a:r>
              <a:rPr lang="en-US" sz="2868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Last Sy</a:t>
            </a:r>
            <a:r>
              <a:rPr lang="en-US" sz="2868" u="none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stem Shutdown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07958" y="9965770"/>
            <a:ext cx="1911712" cy="39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en-US" sz="2868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Last Login Time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85713" y="11861111"/>
            <a:ext cx="2351024" cy="39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51"/>
              </a:lnSpc>
              <a:spcBef>
                <a:spcPct val="0"/>
              </a:spcBef>
            </a:pPr>
            <a:r>
              <a:rPr lang="en-US" sz="2868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Disc Wiping Activity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429782" y="2272853"/>
            <a:ext cx="1693713" cy="86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2002-06-03 13:17:09 GMT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35295" y="4329044"/>
            <a:ext cx="1693713" cy="86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2002-06-03 17:08:44 GMT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520855" y="6216173"/>
            <a:ext cx="1693713" cy="86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2002-06-03 18:08:29 GMT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435295" y="8108672"/>
            <a:ext cx="1693713" cy="86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2002-06-04 22:58:42 GMT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520855" y="10095308"/>
            <a:ext cx="1693713" cy="86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2002-06-04 23:01:54 GMT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408686" y="12060921"/>
            <a:ext cx="1693713" cy="86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4"/>
              </a:lnSpc>
              <a:spcBef>
                <a:spcPct val="0"/>
              </a:spcBef>
            </a:pPr>
            <a:r>
              <a:rPr lang="en-US" sz="2346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2002-06-05 00:40:01 GMT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6200" y="2408356"/>
            <a:ext cx="354054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Ted Dewercs, the father of Sabrina Dewercs, refused to pay the ransom.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003251" y="4456905"/>
            <a:ext cx="3639484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The suspect used Windows Disk Cleanup (cleanmgr.exe) to remove temporary files and possibly hide evidence.</a:t>
            </a:r>
          </a:p>
        </p:txBody>
      </p:sp>
      <p:sp>
        <p:nvSpPr>
          <p:cNvPr id="70" name="AutoShape 70"/>
          <p:cNvSpPr/>
          <p:nvPr/>
        </p:nvSpPr>
        <p:spPr>
          <a:xfrm>
            <a:off x="3993726" y="2789548"/>
            <a:ext cx="557694" cy="0"/>
          </a:xfrm>
          <a:prstGeom prst="line">
            <a:avLst/>
          </a:prstGeom>
          <a:ln w="38100" cap="rnd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 71"/>
          <p:cNvSpPr txBox="1"/>
          <p:nvPr/>
        </p:nvSpPr>
        <p:spPr>
          <a:xfrm>
            <a:off x="38100" y="6447404"/>
            <a:ext cx="3540549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The user’s web history showed searches for lawyers, suggesting concern about possible legal trouble.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074058" y="8494750"/>
            <a:ext cx="3540549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The user manually shut down the system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40876" y="10444805"/>
            <a:ext cx="354054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The user Bob Hunter (RID 1004) logged in for the final time.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064533" y="12295501"/>
            <a:ext cx="3540549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The final activity on the system involved running IMAPI.exe, a program used for CD/DVD burning.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Custom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Ballpoint</vt:lpstr>
      <vt:lpstr>Montserrat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</dc:title>
  <cp:lastModifiedBy>Anish Adhikari</cp:lastModifiedBy>
  <cp:revision>2</cp:revision>
  <dcterms:created xsi:type="dcterms:W3CDTF">2006-08-16T00:00:00Z</dcterms:created>
  <dcterms:modified xsi:type="dcterms:W3CDTF">2025-12-29T04:23:34Z</dcterms:modified>
  <dc:identifier>DAG8lHEUn10</dc:identifier>
</cp:coreProperties>
</file>